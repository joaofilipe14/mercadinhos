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FeirasOnline.pt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plataforma digital para feiras, mercados e eventos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Encontrar feiras é difícil. As inscrições são burocráticas e cada organização utiliza processos diferentes.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Uma plataforma única para descobrir feiras, candidatar-se e gerir documentação.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Proposta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Menos burocracia, gestão centralizada, candidatura digital e maior visibilidade para organizadores e feirantes.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Angular + API Gateway + Microsserviços + Kafka + MinIO.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Pesquisa de feiras, candidatura online e gestão documental.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de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Internacionalização, mapas interativos, analytics e crescimento nacional.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